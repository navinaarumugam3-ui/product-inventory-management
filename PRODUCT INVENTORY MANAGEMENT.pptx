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518DB-7586-C4D4-5B97-9D971932B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48193-F79D-2B81-5D34-ACAC4FEAA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3D259-DE4F-2C15-BB15-65FDFD139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E26C6-2D86-4C0D-A970-946183D3D7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62205-32AD-C800-36DB-8F20F71AE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ABC8B-BB0E-49F5-F7A2-107981D4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1299-59C3-4E47-8A34-5342CE065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849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3321A-F13E-3DC2-0FA5-8B07967BB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90638-033A-2257-10D6-0AE2F8E05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89C80-9815-2FE7-6937-604BD2F67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E26C6-2D86-4C0D-A970-946183D3D7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0FE05-68B4-5287-6161-DD13D5562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DED5C-3534-0F7E-268D-638625727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1299-59C3-4E47-8A34-5342CE065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43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E65B9-DAF4-B950-B9EA-98220F39B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A48D1-AE91-EC84-C28A-B8F560B0F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6AB71-209C-68AC-5E26-4A95EC469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E26C6-2D86-4C0D-A970-946183D3D7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31E9E-0865-6642-FA78-92278D1C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42260-DB75-5069-1BCB-7D3E12748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1299-59C3-4E47-8A34-5342CE065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78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56F6-EC2B-0751-6B8B-2C181967D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F6784-CD29-8105-689E-82DD30DD3B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EF135-1F35-AA72-8034-1CA3EDDBD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C66F3-EC23-A6BF-863D-C3F6C2591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E26C6-2D86-4C0D-A970-946183D3D7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4B2AAA-275B-6944-97ED-0D22070A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ABC9C-BD60-DD73-9E40-7823B4090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1299-59C3-4E47-8A34-5342CE065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70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BF215-F565-A777-604E-205005674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46B0B-D35C-C100-CF27-E3493FD38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3DA0E-EE76-1215-092E-25713AEBA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7A1BAF-1B89-5CF6-2304-C15C9FD09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A58D-05A6-2DCA-3759-89E5E25351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AE9364-2298-6454-AD26-E3DED5CF7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E26C6-2D86-4C0D-A970-946183D3D7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AD8103-3876-3953-9EFF-F880BA27F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E801A9-4EDC-FC53-4F02-825FDB707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1299-59C3-4E47-8A34-5342CE065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424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01A35-635A-D00C-FAFC-C14854474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02F1E9-4FD6-8CDE-E7D7-DAEDBCB38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E26C6-2D86-4C0D-A970-946183D3D7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8018B-0F44-2C90-26B8-AF96BCBE8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1E0745-791A-7C64-0DC0-2B90372AE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1299-59C3-4E47-8A34-5342CE065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56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A90CC9-9DF1-C321-DCB9-C431FAB90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E26C6-2D86-4C0D-A970-946183D3D7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57E0F8-26FA-C4D9-E56A-F3B39133E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FF1A5-15F7-0311-8EA1-18D481FB5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1299-59C3-4E47-8A34-5342CE065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012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02607-07B7-2BC4-D0A4-F3E8E399D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15B83-DC2B-DE11-FDFA-9042857AD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B67C9-197A-9297-41E0-54CC5CF95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467AA-261F-C356-B810-0AA4912F9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E26C6-2D86-4C0D-A970-946183D3D7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482AE-F98E-3C3D-F79B-9F0986401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60BCF-C703-CFF9-935E-0575D05F4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1299-59C3-4E47-8A34-5342CE065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471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26543-823B-A3C1-3284-6C57DA34F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A63269-559F-7259-9C2F-DB158664FA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902F9-B52C-4ABD-1472-8B4072AAE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0EE33-CBEE-BE2B-7E93-6E3AD5340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E26C6-2D86-4C0D-A970-946183D3D7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E9ACB-B00D-C08B-E494-9A417833C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A6F7B-6CF7-3C5B-6267-7B86CE374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1299-59C3-4E47-8A34-5342CE065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360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6E1F9-3E15-C835-F4B8-1F5145AFE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C2D25F-BF87-8A8E-1F78-08A58D3B6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A5F27-DA27-F6FF-C63F-A68DF6E3C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E26C6-2D86-4C0D-A970-946183D3D7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0560-E595-6143-F307-CE5C5F834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D2C43-4482-F62E-50C8-280ACB7E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1299-59C3-4E47-8A34-5342CE065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566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0965A6-6E44-1794-5311-ED001C5983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BE653-E3A9-F6DE-1153-3CBF9ED3F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2DC1E-6E79-B36D-4AF2-53CDEEE34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E26C6-2D86-4C0D-A970-946183D3D7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18B7A-7BA9-5C2E-3BD4-CB3C30D32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00A20-FD47-9C84-9423-D50F1C9F7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1299-59C3-4E47-8A34-5342CE065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803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6E1835-6CAC-C078-F283-ED5611724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244EA-D88B-1990-8D17-8C6C622B6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C8AFC-C173-935F-5373-15D6C523D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1E26C6-2D86-4C0D-A970-946183D3D7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86E05-9CAB-130A-D71C-102CB00F2A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B2186-9C90-DF5A-771A-AD3BEED64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4B1299-59C3-4E47-8A34-5342CE065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539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39D16-14C9-1749-0333-0AFF1DF85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864" y="0"/>
            <a:ext cx="9144000" cy="1655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lgerian" panose="04020705040A02060702" pitchFamily="82" charset="0"/>
              </a:rPr>
              <a:t>PRODUCT INVENTORY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8CBE67-40D3-981F-156B-F4D16EB5D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7910" y="2261419"/>
            <a:ext cx="6390966" cy="4257368"/>
          </a:xfrm>
        </p:spPr>
        <p:txBody>
          <a:bodyPr>
            <a:normAutofit/>
          </a:bodyPr>
          <a:lstStyle/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Team ID :SWTID-2026-7334</a:t>
            </a:r>
          </a:p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Team Size:4</a:t>
            </a:r>
          </a:p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Team Leader : Navina.A</a:t>
            </a:r>
          </a:p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Team Member: Srimathi.N</a:t>
            </a:r>
          </a:p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Team Member: Srividhya.M</a:t>
            </a:r>
          </a:p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Team Member: Soundharya.T</a:t>
            </a:r>
          </a:p>
        </p:txBody>
      </p:sp>
    </p:spTree>
    <p:extLst>
      <p:ext uri="{BB962C8B-B14F-4D97-AF65-F5344CB8AC3E}">
        <p14:creationId xmlns:p14="http://schemas.microsoft.com/office/powerpoint/2010/main" val="1795609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C0E03-00FD-4902-D465-6F1475D88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83FB0-A934-32DA-8E34-56FBA5593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435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Algerian</vt:lpstr>
      <vt:lpstr>Aptos</vt:lpstr>
      <vt:lpstr>Aptos Display</vt:lpstr>
      <vt:lpstr>Arial</vt:lpstr>
      <vt:lpstr>Office Theme</vt:lpstr>
      <vt:lpstr>PRODUCT INVENTORY MANAGEMENT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navinaarumugam3@gmail.com</dc:creator>
  <cp:lastModifiedBy>navinaarumugam3@gmail.com</cp:lastModifiedBy>
  <cp:revision>1</cp:revision>
  <dcterms:created xsi:type="dcterms:W3CDTF">2026-03-09T15:34:17Z</dcterms:created>
  <dcterms:modified xsi:type="dcterms:W3CDTF">2026-03-09T15:34:17Z</dcterms:modified>
</cp:coreProperties>
</file>